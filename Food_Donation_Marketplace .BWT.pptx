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18120" y="640080"/>
            <a:ext cx="3611880" cy="5440680"/>
          </a:xfrm>
          <a:prstGeom prst="round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732520" y="1627632"/>
            <a:ext cx="1783080" cy="1783080"/>
          </a:xfrm>
          <a:prstGeom prst="ellipse">
            <a:avLst/>
          </a:prstGeom>
          <a:solidFill>
            <a:srgbClr val="FAF8EF"/>
          </a:solidFill>
          <a:ln w="38100">
            <a:solidFill>
              <a:srgbClr val="124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88552" y="1883664"/>
            <a:ext cx="1271016" cy="12710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CE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2240280"/>
            <a:ext cx="164592" cy="164592"/>
          </a:xfrm>
          <a:prstGeom prst="ellipse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38360" y="2121408"/>
            <a:ext cx="164592" cy="164592"/>
          </a:xfrm>
          <a:prstGeom prst="ellipse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46920" y="2542032"/>
            <a:ext cx="164592" cy="164592"/>
          </a:xfrm>
          <a:prstGeom prst="ellipse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0" y="2560320"/>
            <a:ext cx="164592" cy="164592"/>
          </a:xfrm>
          <a:prstGeom prst="ellipse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921240" y="2468880"/>
            <a:ext cx="164592" cy="164592"/>
          </a:xfrm>
          <a:prstGeom prst="ellipse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234440"/>
            <a:ext cx="658368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SHARE FOOD.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SPREAD HOPE.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90672"/>
            <a:ext cx="63093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BCE8CA"/>
                </a:solidFill>
                <a:latin typeface="Aptos"/>
              </a:defRPr>
            </a:pPr>
            <a:r>
              <a:t>Food Donation Marketplace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749039"/>
            <a:ext cx="5669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AF8EF"/>
                </a:solidFill>
                <a:latin typeface="Aptos"/>
              </a:defRPr>
            </a:pPr>
            <a:r>
              <a:t>A MERN Stack Project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4407408"/>
            <a:ext cx="2286000" cy="73152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6153912"/>
            <a:ext cx="3840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000" b="1">
                <a:solidFill>
                  <a:srgbClr val="BCE8CA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1B36B0-D31F-9B6A-AB0D-2FE75A11ED3B}"/>
              </a:ext>
            </a:extLst>
          </p:cNvPr>
          <p:cNvSpPr txBox="1"/>
          <p:nvPr/>
        </p:nvSpPr>
        <p:spPr>
          <a:xfrm>
            <a:off x="8392160" y="3931919"/>
            <a:ext cx="2824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: M. MAHESH- 514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A.HARSHA-457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M.SATYA-509</a:t>
            </a:r>
          </a:p>
          <a:p>
            <a:r>
              <a:rPr lang="en-US" dirty="0">
                <a:solidFill>
                  <a:schemeClr val="bg1"/>
                </a:solidFill>
              </a:rPr>
              <a:t>               V.ESHWAR- 535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01  | 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Turning surplus food into a useful community resource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6583680" cy="1554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0E2B25"/>
                </a:solidFill>
                <a:latin typeface="Aptos"/>
              </a:defRPr>
            </a:pPr>
            <a:r>
              <a:t>Build a MERN-based food donation marketplace that allows donors to list excess food and helps NGOs discover and collect it safely and efficiently.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874519"/>
            <a:ext cx="33375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1874519"/>
            <a:ext cx="73152" cy="105156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19288" y="2039112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Food waste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496312"/>
            <a:ext cx="2953512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Good food may be discarded when it is not shared in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154680"/>
            <a:ext cx="33375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3154680"/>
            <a:ext cx="73152" cy="105156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19288" y="3319272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Discovery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9288" y="3776472"/>
            <a:ext cx="2953512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NGOs need a simple way to find available donations nearby.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434840"/>
            <a:ext cx="33375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818120" y="4434840"/>
            <a:ext cx="73152" cy="1051560"/>
          </a:xfrm>
          <a:prstGeom prst="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19288" y="4599431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9288" y="5056631"/>
            <a:ext cx="2953512" cy="3200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Pickup details and quantities should be easy to manage.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937760"/>
            <a:ext cx="65836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Core idea: make food donation visible, trackable and accessible.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02  | 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One platform for donors, NGOs and donation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3337560" cy="196596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874519"/>
            <a:ext cx="73152" cy="196596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039112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Donors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96312"/>
            <a:ext cx="2953512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Create a listing with food type, quantity, pickup location and available 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874519"/>
            <a:ext cx="3337560" cy="196596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874519"/>
            <a:ext cx="73152" cy="196596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2039112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NGOs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496312"/>
            <a:ext cx="2953512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Browse available food, review details and coordinate collection.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74519"/>
            <a:ext cx="3337560" cy="196596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874519"/>
            <a:ext cx="73152" cy="1965960"/>
          </a:xfrm>
          <a:prstGeom prst="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2039112"/>
            <a:ext cx="295351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Admin /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496312"/>
            <a:ext cx="2953512" cy="123443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Monitor listings, users and donation status where required.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15968"/>
            <a:ext cx="2560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4838"/>
                </a:solidFill>
                <a:latin typeface="Aptos"/>
              </a:defRPr>
            </a:pPr>
            <a:r>
              <a:t>Expected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2057400" cy="685800"/>
          </a:xfrm>
          <a:prstGeom prst="roundRect">
            <a:avLst/>
          </a:prstGeom>
          <a:solidFill>
            <a:srgbClr val="BC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" y="501091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2805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1091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E2B25"/>
                </a:solidFill>
                <a:latin typeface="Aptos"/>
              </a:defRPr>
            </a:pPr>
            <a:r>
              <a:t>List food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11880" y="4892040"/>
            <a:ext cx="2057400" cy="68580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21608" y="501091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2805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01091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E2B25"/>
                </a:solidFill>
                <a:latin typeface="Aptos"/>
              </a:defRPr>
            </a:pPr>
            <a:r>
              <a:t>Find donation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92040"/>
            <a:ext cx="2057400" cy="685800"/>
          </a:xfrm>
          <a:prstGeom prst="roundRect">
            <a:avLst/>
          </a:prstGeom>
          <a:solidFill>
            <a:srgbClr val="BC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8" y="501091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2805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501091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E2B25"/>
                </a:solidFill>
                <a:latin typeface="Aptos"/>
              </a:defRPr>
            </a:pPr>
            <a:r>
              <a:t>Arrange pickup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9720" y="4892040"/>
            <a:ext cx="2057400" cy="68580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99448" y="5010912"/>
            <a:ext cx="320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F2805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010912"/>
            <a:ext cx="14173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1">
                <a:solidFill>
                  <a:srgbClr val="0E2B25"/>
                </a:solidFill>
                <a:latin typeface="Aptos"/>
              </a:defRPr>
            </a:pPr>
            <a:r>
              <a:t>Update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03  |  Detailed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What the system stores and manages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7548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24838"/>
                </a:solidFill>
                <a:latin typeface="Aptos"/>
              </a:defRPr>
            </a:pPr>
            <a:r>
              <a:t>Each donation record can include: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73152" cy="109728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679192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Food 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136392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Name / type of food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514600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514600"/>
            <a:ext cx="73152" cy="109728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679192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136392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Available servings or 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514600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514600"/>
            <a:ext cx="73152" cy="109728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679192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Pickup 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136392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Address or map 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" y="3977639"/>
            <a:ext cx="73152" cy="109728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142231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Available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4599431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Date and time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80" y="3977639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26280" y="3977639"/>
            <a:ext cx="73152" cy="109728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27448" y="4142231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Donor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4599431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User or organization details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977639"/>
            <a:ext cx="3154680" cy="1097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29600" y="3977639"/>
            <a:ext cx="73152" cy="109728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0768" y="4142231"/>
            <a:ext cx="277063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4599431"/>
            <a:ext cx="2770632" cy="3657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Available, reserved, collected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62356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52645E"/>
                </a:solidFill>
                <a:latin typeface="Aptos"/>
              </a:defRPr>
            </a:pPr>
            <a:r>
              <a:t>MongoDB stores donation records and related user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04  |  MERN Stack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How the application components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2331720" cy="132588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73152" cy="132588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1947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79192"/>
            <a:ext cx="1947672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Frontend UI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Forms, listings,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057400"/>
            <a:ext cx="2331720" cy="132588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2057400"/>
            <a:ext cx="73152" cy="132588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8" y="2221992"/>
            <a:ext cx="1947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Node.js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679192"/>
            <a:ext cx="1947672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Server runtime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Runs backend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57400"/>
            <a:ext cx="2331720" cy="132588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2057400"/>
            <a:ext cx="73152" cy="1325880"/>
          </a:xfrm>
          <a:prstGeom prst="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2221992"/>
            <a:ext cx="1947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Express.js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679192"/>
            <a:ext cx="1947672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REST API routes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Validation and CRUD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057400"/>
            <a:ext cx="2331720" cy="132588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06840" y="2057400"/>
            <a:ext cx="73152" cy="1325880"/>
          </a:xfrm>
          <a:prstGeom prst="rect">
            <a:avLst/>
          </a:prstGeom>
          <a:solidFill>
            <a:srgbClr val="BC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08008" y="2221992"/>
            <a:ext cx="19476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2679192"/>
            <a:ext cx="1947672" cy="5943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Database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Users and donations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450592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2805C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450592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2805C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450592"/>
            <a:ext cx="3200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F2805C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60520"/>
            <a:ext cx="2926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4838"/>
                </a:solidFill>
                <a:latin typeface="Aptos"/>
              </a:defRPr>
            </a:pPr>
            <a:r>
              <a:t>Typical request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663440"/>
            <a:ext cx="101498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0E2B25"/>
                </a:solidFill>
                <a:latin typeface="Aptos"/>
              </a:defRPr>
            </a:pPr>
            <a:r>
              <a:t>React UI  →  Express API  →  Node.js logic  →  MongoDB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0E2B25"/>
                </a:solidFill>
                <a:latin typeface="Aptos"/>
              </a:defRPr>
            </a:pPr>
            <a:r>
              <a:t>The response returns through the API to update the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05  |  CRUD Operations &amp; REST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Core record-management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10515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417320" cy="749808"/>
          </a:xfrm>
          <a:prstGeom prst="round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75688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E2B25"/>
                </a:solidFill>
                <a:latin typeface="Aptos"/>
              </a:defRPr>
            </a:pPr>
            <a: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03911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24838"/>
                </a:solidFill>
                <a:latin typeface="Aptos"/>
              </a:defRPr>
            </a:pPr>
            <a:r>
              <a:t>POST /api/donations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2057400"/>
            <a:ext cx="5394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645E"/>
                </a:solidFill>
                <a:latin typeface="Aptos"/>
              </a:defRPr>
            </a:pPr>
            <a:r>
              <a:t>Add a new food donation 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34639"/>
            <a:ext cx="10515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2960" y="2834639"/>
            <a:ext cx="1417320" cy="749808"/>
          </a:xfrm>
          <a:prstGeom prst="round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035808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E2B25"/>
                </a:solidFill>
                <a:latin typeface="Aptos"/>
              </a:defRPr>
            </a:pPr>
            <a:r>
              <a:t>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299923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24838"/>
                </a:solidFill>
                <a:latin typeface="Aptos"/>
              </a:defRPr>
            </a:pPr>
            <a:r>
              <a:t>GET /api/donations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3017520"/>
            <a:ext cx="5394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645E"/>
                </a:solidFill>
                <a:latin typeface="Aptos"/>
              </a:defRPr>
            </a:pPr>
            <a:r>
              <a:t>View all or filtered donations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94760"/>
            <a:ext cx="10515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3794760"/>
            <a:ext cx="1417320" cy="749808"/>
          </a:xfrm>
          <a:prstGeom prst="round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3995928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E2B25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95935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24838"/>
                </a:solidFill>
                <a:latin typeface="Aptos"/>
              </a:defRPr>
            </a:pPr>
            <a:r>
              <a:t>PUT /api/donations/:id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977640"/>
            <a:ext cx="5394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645E"/>
                </a:solidFill>
                <a:latin typeface="Aptos"/>
              </a:defRPr>
            </a:pPr>
            <a:r>
              <a:t>Edit quantity, date, location or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754880"/>
            <a:ext cx="10515600" cy="74980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22960" y="4754880"/>
            <a:ext cx="1417320" cy="749808"/>
          </a:xfrm>
          <a:prstGeom prst="roundRect">
            <a:avLst/>
          </a:prstGeom>
          <a:solidFill>
            <a:srgbClr val="BC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4956048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0E2B25"/>
                </a:solidFill>
                <a:latin typeface="Aptos"/>
              </a:defRPr>
            </a:pPr>
            <a:r>
              <a:t>DELETE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919472"/>
            <a:ext cx="29718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24838"/>
                </a:solidFill>
                <a:latin typeface="Aptos"/>
              </a:defRPr>
            </a:pPr>
            <a:r>
              <a:t>DELETE /api/donations/:id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60" y="4937760"/>
            <a:ext cx="5394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52645E"/>
                </a:solidFill>
                <a:latin typeface="Aptos"/>
              </a:defRPr>
            </a:pPr>
            <a:r>
              <a:t>Remove an invalid or withdrawn listing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897880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52645E"/>
                </a:solidFill>
                <a:latin typeface="Aptos"/>
              </a:defRPr>
            </a:pPr>
            <a:r>
              <a:t>API routes should validate inputs and return clear success or error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06  |  Authentication &amp; Role-Based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Keep donation actions appropriate to each user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246120" cy="182880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2011680"/>
            <a:ext cx="73152" cy="182880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17627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Donor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633472"/>
            <a:ext cx="286207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Register / sign in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Create and manage own listings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Update pickup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011680"/>
            <a:ext cx="3246120" cy="182880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2011680"/>
            <a:ext cx="73152" cy="182880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17627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633472"/>
            <a:ext cx="286207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Register / sign in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Browse available food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Request or confirm pickup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011680"/>
            <a:ext cx="3246120" cy="182880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2011680"/>
            <a:ext cx="73152" cy="1828800"/>
          </a:xfrm>
          <a:prstGeom prst="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17627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Admin (optional)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633472"/>
            <a:ext cx="2862072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Manage user records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Review reports or flagged listings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Support safe platform 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34840"/>
            <a:ext cx="2377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124838"/>
                </a:solidFill>
                <a:latin typeface="Aptos"/>
              </a:defRPr>
            </a:pPr>
            <a:r>
              <a:t>Security basics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058400" cy="11430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E2B25"/>
                </a:solidFill>
                <a:latin typeface="Aptos"/>
              </a:defRPr>
            </a:pPr>
            <a:r>
              <a:t>•  Use hashed passwords and secure authentication tokens.</a:t>
            </a:r>
          </a:p>
          <a:p>
            <a:pPr>
              <a:spcAft>
                <a:spcPts val="800"/>
              </a:spcAft>
              <a:defRPr sz="1500">
                <a:solidFill>
                  <a:srgbClr val="0E2B25"/>
                </a:solidFill>
                <a:latin typeface="Aptos"/>
              </a:defRPr>
            </a:pPr>
            <a:r>
              <a:t>•  Check ownership and role permissions on protected API routes.</a:t>
            </a:r>
          </a:p>
          <a:p>
            <a:pPr>
              <a:spcAft>
                <a:spcPts val="800"/>
              </a:spcAft>
              <a:defRPr sz="1500">
                <a:solidFill>
                  <a:srgbClr val="0E2B25"/>
                </a:solidFill>
                <a:latin typeface="Aptos"/>
              </a:defRPr>
            </a:pPr>
            <a:r>
              <a:t>•  Validate donation data and avoid exposing private user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07  | 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Learning outcomes and implementation goals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02996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Demonstrate MERN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31343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Connect React, Express, Node.js and MongoDB.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9672" y="202996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Implement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1343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Create, view, update and delete donation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4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" y="326440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0040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Build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54787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Provide structured endpoints for frontend requests.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6324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9672" y="326440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20040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Develop React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54787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Create clear forms, listings and status views.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9768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7552" y="449884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43484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Add access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78231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Use authentication and role-based permissions.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297680"/>
            <a:ext cx="5120640" cy="9875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9672" y="4498848"/>
            <a:ext cx="502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F2805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434840"/>
            <a:ext cx="40233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124838"/>
                </a:solidFill>
                <a:latin typeface="Aptos"/>
              </a:defRPr>
            </a:pPr>
            <a:r>
              <a:t>Show results clearly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782312"/>
            <a:ext cx="40690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Display donation counts, status and project outcomes.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900" b="1">
                <a:solidFill>
                  <a:srgbClr val="124838"/>
                </a:solidFill>
                <a:latin typeface="Aptos"/>
              </a:defRPr>
            </a:pPr>
            <a:r>
              <a:t>08  | 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200" b="0">
                <a:solidFill>
                  <a:srgbClr val="52645E"/>
                </a:solidFill>
                <a:latin typeface="Aptos"/>
              </a:defRPr>
            </a:pPr>
            <a:r>
              <a:t>A practical, scalable prototype for community food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536192"/>
            <a:ext cx="749808" cy="64008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355080"/>
            <a:ext cx="457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800"/>
              </a:spcAft>
              <a:defRPr sz="1000" b="1">
                <a:solidFill>
                  <a:srgbClr val="52645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246120" cy="141732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73152" cy="1417320"/>
          </a:xfrm>
          <a:prstGeom prst="rect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08483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Less food waste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542032"/>
            <a:ext cx="286207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Surplus food can be listed before it goes unused.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246120" cy="141732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920240"/>
            <a:ext cx="73152" cy="1417320"/>
          </a:xfrm>
          <a:prstGeom prst="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208483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Faster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542032"/>
            <a:ext cx="286207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NGOs can view relevant donations in one place.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20240"/>
            <a:ext cx="3246120" cy="1417320"/>
          </a:xfrm>
          <a:prstGeom prst="roundRect">
            <a:avLst/>
          </a:prstGeom>
          <a:solidFill>
            <a:srgbClr val="FAF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920240"/>
            <a:ext cx="73152" cy="1417320"/>
          </a:xfrm>
          <a:prstGeom prst="rect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2084832"/>
            <a:ext cx="286207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124838"/>
                </a:solidFill>
                <a:latin typeface="Aptos"/>
              </a:defRPr>
            </a:pPr>
            <a:r>
              <a:t>Clear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542032"/>
            <a:ext cx="2862072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52645E"/>
                </a:solidFill>
                <a:latin typeface="Aptos"/>
              </a:defRPr>
            </a:pPr>
            <a:r>
              <a:t>Pickup dates, quantities and statuses are organized.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69080"/>
            <a:ext cx="4846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24838"/>
                </a:solidFill>
                <a:latin typeface="Aptos"/>
              </a:defRPr>
            </a:pPr>
            <a:r>
              <a:t>Success can be demonstrated with: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E2B25"/>
                </a:solidFill>
                <a:latin typeface="Aptos"/>
              </a:defRPr>
            </a:pPr>
            <a:r>
              <a:t>•  A donor can create and edit a listing.</a:t>
            </a:r>
          </a:p>
          <a:p>
            <a:pPr>
              <a:spcAft>
                <a:spcPts val="800"/>
              </a:spcAft>
              <a:defRPr sz="1600">
                <a:solidFill>
                  <a:srgbClr val="0E2B25"/>
                </a:solidFill>
                <a:latin typeface="Aptos"/>
              </a:defRPr>
            </a:pPr>
            <a:r>
              <a:t>•  An NGO can find a listing and coordinate pickup.</a:t>
            </a:r>
          </a:p>
          <a:p>
            <a:pPr>
              <a:spcAft>
                <a:spcPts val="800"/>
              </a:spcAft>
              <a:defRPr sz="1600">
                <a:solidFill>
                  <a:srgbClr val="0E2B25"/>
                </a:solidFill>
                <a:latin typeface="Aptos"/>
              </a:defRPr>
            </a:pPr>
            <a:r>
              <a:t>•  The system can update donation status and show records.</a:t>
            </a:r>
          </a:p>
          <a:p>
            <a:pPr>
              <a:spcAft>
                <a:spcPts val="800"/>
              </a:spcAft>
              <a:defRPr sz="1600">
                <a:solidFill>
                  <a:srgbClr val="0E2B25"/>
                </a:solidFill>
                <a:latin typeface="Aptos"/>
              </a:defRPr>
            </a:pPr>
            <a:r>
              <a:t>•  Protected routes restrict actions by user role.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B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44200" cy="5349240"/>
          </a:xfrm>
          <a:prstGeom prst="roundRect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585216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LET FOOD</a:t>
            </a:r>
          </a:p>
          <a:p>
            <a:pPr algn="l"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FIND A PURPOSE.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063240"/>
            <a:ext cx="57607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2300" b="1">
                <a:solidFill>
                  <a:srgbClr val="BCE8CA"/>
                </a:solidFill>
                <a:latin typeface="Aptos"/>
              </a:defRPr>
            </a:pPr>
            <a:r>
              <a:t>Food Donation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94760"/>
            <a:ext cx="667512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FAF8EF"/>
                </a:solidFill>
                <a:latin typeface="Aptos"/>
              </a:defRPr>
            </a:pPr>
            <a:r>
              <a:t>A MERN-based platform connecting surplus food with NGOs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FAF8EF"/>
                </a:solidFill>
                <a:latin typeface="Aptos"/>
              </a:defRPr>
            </a:pPr>
            <a:r>
              <a:t>through organized listings, REST APIs and secure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828800"/>
            <a:ext cx="2057400" cy="2057400"/>
          </a:xfrm>
          <a:prstGeom prst="roundRect">
            <a:avLst/>
          </a:prstGeom>
          <a:solidFill>
            <a:srgbClr val="BC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68512" y="2121408"/>
            <a:ext cx="1444752" cy="1444752"/>
          </a:xfrm>
          <a:prstGeom prst="ellipse">
            <a:avLst/>
          </a:prstGeom>
          <a:solidFill>
            <a:srgbClr val="FAF8EF"/>
          </a:solidFill>
          <a:ln w="38100">
            <a:solidFill>
              <a:srgbClr val="124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98280" y="2514600"/>
            <a:ext cx="146304" cy="146304"/>
          </a:xfrm>
          <a:prstGeom prst="ellipse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528048" y="2395728"/>
            <a:ext cx="146304" cy="146304"/>
          </a:xfrm>
          <a:prstGeom prst="ellipse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482328" y="2852928"/>
            <a:ext cx="146304" cy="146304"/>
          </a:xfrm>
          <a:prstGeom prst="ellipse">
            <a:avLst/>
          </a:prstGeom>
          <a:solidFill>
            <a:srgbClr val="124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942832" y="2880360"/>
            <a:ext cx="146304" cy="146304"/>
          </a:xfrm>
          <a:prstGeom prst="ellipse">
            <a:avLst/>
          </a:prstGeom>
          <a:solidFill>
            <a:srgbClr val="F4C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710928" y="2743200"/>
            <a:ext cx="146304" cy="146304"/>
          </a:xfrm>
          <a:prstGeom prst="ellipse">
            <a:avLst/>
          </a:prstGeom>
          <a:solidFill>
            <a:srgbClr val="F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2743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BCE8CA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699</Words>
  <Application>Microsoft Office PowerPoint</Application>
  <PresentationFormat>Widescreen</PresentationFormat>
  <Paragraphs>152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harshavardhanreddy a</dc:creator>
  <cp:keywords/>
  <dc:description>generated using python-pptx</dc:description>
  <cp:lastModifiedBy>harshavardhanreddy a</cp:lastModifiedBy>
  <cp:revision>2</cp:revision>
  <dcterms:created xsi:type="dcterms:W3CDTF">2013-01-27T09:14:16Z</dcterms:created>
  <dcterms:modified xsi:type="dcterms:W3CDTF">2026-10-10T06:50:15Z</dcterms:modified>
  <cp:category/>
</cp:coreProperties>
</file>